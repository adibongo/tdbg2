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3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 That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 Arguments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&amp; Business Experimentation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 12 — A/B Testing and Business Experimentation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2.5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logic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Presume no effect (H₀); reject only if the data would be surprising under it.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unit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unit that was assigned — stores, not shoppers.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effect size, confidence interval and business value — not p alone.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3.1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'we think it works' to 'we tested it, and here is how sure we are'.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3590544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3590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70592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070592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correlation fooled us — and how experiments fix it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Experiments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Randomisation, metrics, sample size, pitfalls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Fintech A/B Test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and decide on a real onboarding test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Review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Practice-paper briefing: Practice Paper 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3.1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Sound Test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unit, primary and guardrail metrics, and compute the sample size before launch.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Threats to Validity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peeking, sample-ratio mismatch, novelty effects, interference and cherry-picked segments.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and Decide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an experiment's results and turn them into a ship / don't ship / extend decision.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Experiments Beat Everything Else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“Loyalty members spend more” (Session 2.1). But does the scheme cause it — or do big spenders just join?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 can't separate cause from selection. A randomised experiment can, because: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decides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coin-flip assigns who gets the change, so the groups are alike in every way — seen and unseen.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systematic difference between groups is the change itself.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answer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difference in outcomes can be attributed to the change.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Fintech App's Onboarding Experiment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Lagos-based fintech loses many new users during sign-up: only about 18% complete onboarding (BVN, ID, selfie, first deposit). Product proposes a simplified flow that defers some KYC steps.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simplified flow (B) raise onboarding completion versus the current flow (A)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harming support load or the quality of new customers?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fintech_onboarding_ab.csv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new users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randomised 50/50 over three weeks: variant, device, state, completed onboarding, first deposit, support tickets.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don't ship, or extend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the effect size, its uncertainty, guardrail checks and the value per month.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an Experiment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experiments fail at design, not at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AN A/B TEST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Design Decisions Before Launch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12520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90" y="2366010"/>
            <a:ext cx="434340" cy="4343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7932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154680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657600"/>
            <a:ext cx="153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shorter flow will raise completion because drop-off is at KYC.'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926080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236601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9288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2545080" y="3154680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590800" y="3657600"/>
            <a:ext cx="153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randomised: user, store, branch, region?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739640" y="2148840"/>
            <a:ext cx="868680" cy="8686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810" y="2366010"/>
            <a:ext cx="434340" cy="4343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80644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0" name="Text 14"/>
          <p:cNvSpPr txBox="1"/>
          <p:nvPr/>
        </p:nvSpPr>
        <p:spPr>
          <a:xfrm>
            <a:off x="4358640" y="3154680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metric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404360" y="3657600"/>
            <a:ext cx="153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success measure, decided in advance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553200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370" y="2366010"/>
            <a:ext cx="434340" cy="4343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62000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5" name="Text 18"/>
          <p:cNvSpPr txBox="1"/>
          <p:nvPr/>
        </p:nvSpPr>
        <p:spPr>
          <a:xfrm>
            <a:off x="6172200" y="3154680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217920" y="3657600"/>
            <a:ext cx="153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must not get worse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366760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3930" y="2366010"/>
            <a:ext cx="434340" cy="4343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43356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30" name="Text 22"/>
          <p:cNvSpPr txBox="1"/>
          <p:nvPr/>
        </p:nvSpPr>
        <p:spPr>
          <a:xfrm>
            <a:off x="7985760" y="3154680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size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8031480" y="3657600"/>
            <a:ext cx="153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needed to detect the smallest lift worth shipping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10180320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7490" y="2366010"/>
            <a:ext cx="434340" cy="4343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799320" y="3154680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9845040" y="3657600"/>
            <a:ext cx="153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weeks; long enough to cover cycles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7" name="Text 28"/>
          <p:cNvSpPr txBox="1"/>
          <p:nvPr/>
        </p:nvSpPr>
        <p:spPr>
          <a:xfrm>
            <a:off x="868680" y="5349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these six decisions down — a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before the first user sees variant B.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Coin Flip Matters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Randomisation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chance — not people — decides who sees which version. With enough users, the two groups end up alike in age, device, location, motivation and everything else, including things you never measured.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product managers chose who got the new flow, they might pick keen early adopters — and the 'lift' would really be the users, not the flow.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34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720840" y="251460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Randomisation is what turns 'B users completed more' into 'B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completions'. Always check it worked: group sizes near 50/50 and similar mixes of device and region.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YOU ANALYSE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Randomisation Work?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6/figures/python/s06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68121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32713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S3.1-F04  ·  replicate: tdbg_3_1_figures.R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sizes: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5,991 vs 6,009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very close to 50/50.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Sample-ratio mismatch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(SRM) test: p = 0.87 — no sign of a broken split.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mix is almost identical in A and B.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SRM fails (e.g. 52/48 with 12,000 users),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something in the plumbing is biased.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METRICS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Primary, Guardrail and Diagnostic Metrics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all three before launch.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metric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decides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868680" y="3822192"/>
            <a:ext cx="30175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completion rate. Must be sensitive to the change and tied to value.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metrics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52628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get worse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3822192"/>
            <a:ext cx="30175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per user; first-deposit size; fraud rate; app crashes.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metrics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why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8275320" y="3822192"/>
            <a:ext cx="30175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at each screen; time to complete; device-level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&amp; POWER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Users Do We Need?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lift worth shipping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minimum detectable effect, MDE). Then calculate how many users give a good chance — usually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power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 detecting it at a 5% false-alarm rate. Smaller effects need many more users.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 = 18%, MDE = 2 points: n ≈ 16 × 0.18 × 0.82 ÷ 0.02² ≈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5,900 per group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Software gives about 6,000. Our test had 6,000 per group.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≈ 16 · p(1 − p) ÷ MDE²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2953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per group, for 80% power and α = 5%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Under-powered tests waste time and often 'find nothing' even when the idea works. Over-long tests delay good launches. Calculate n before launch — R: power.prop.test(); Python: statsmodels NormalIndPower.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PRECISION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Effects Need Many More Users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6/figures/python/s06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64" y="1600200"/>
            <a:ext cx="7082992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S3.1-F02  ·  replicate: tdbg_3_1_figures.R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+3 points needs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users per group.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points: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point: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23,700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four times as many.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business: what is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lift worth the effort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That sets the sample size.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bank's app gets 1,500 new sign-ups a week. It wants to detect a 1-point lift from an 18% baseline (about 23,700 users per group). What is the best advice?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 for one week and decide anyway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about 32 weeks, or test a bolder change aiming at a bigger lift, or use a more sensitive metric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every day and stop as soon as p &lt; 0.05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testing — launch and compare this month with last month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metric, guardrails, segments — in that order.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METRIC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Simplified Flow Work?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6/figures/python/s06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61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07359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S3.1-F01  ·  replicate: tdbg_3_1_figures.R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 (A) vs 20.3% (B)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 points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13% relative increase).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the lift: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 to +3.7 points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 = 0.001.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interval is above zero — and its centre is above the 2-point MDE we planned for.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prop.test() in 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prop.test(c(1218, 1074), c(6009, 5991))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2-sample test for equality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proportions with continuity correction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X-squared = 10.504, df = 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 = 0.001191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 hypothesis: two.sided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percent confidence interval: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0.009201  0.037653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estimates: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prop 1    prop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0.2026959 0.1792689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1 vs prop 2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B's completion (20.3%) and A's (17.9%).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0.009 to 0.038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lift is between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 and +3.8 points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Report this.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0.0012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unlikely if the flows performed the same.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correction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adjustment; Python's z-test gives p = 0.0011 — same conclusion.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We Break Anything?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6/figures/python/s06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9902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636205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S3.1-F05  ·  replicate: tdbg_3_1_figures.R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tickets: 0.108 vs 0.113 per user — difference not significant (p = 0.37).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first deposit: ₦11,000 vs ₦10,700 — no meaningful change (p = 0.55).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extra completions are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low-quality sign-ups who never fund their accounts.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passed → no reason to block the launch.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— HANDLE WITH CARE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Work for Everyone?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6/figures/python/s06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58" y="1600200"/>
            <a:ext cx="6911404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S3.1-F06  ·  replicate: tdbg_3_1_figures.R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+2.9 points; Web: +2.3; iOS: +0.3.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Tempting: 'don't ship to iOS'. But iOS's interval (−3.2 to +3.8) is wide and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overall effect.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the data enough ways and some segment will look different by chance.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segment results as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next test, not as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LIFT TO NAIRA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Lift Worth?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+2.3 points into a monthly value.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sign-ups per 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in completion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+2.34 points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completed users / 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First-year margin per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₦2,500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end of CI (+0.9 pts)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₦0.9m / 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end of CI (+3.8 pts)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₦3.8m / 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Central estimate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≈ ₦2.3m / month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12648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126480" y="231343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61264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629400" y="228600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users = 40,000 × 0.0234 ≈ 937 per month.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26480" y="302209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6126480" y="30220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299466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937 × ₦2,500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₦2.3m per month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(≈ ₦28m a year).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373075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612648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370332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CI to show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₦0.9m to ₦3.8m per month.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26480" y="443941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6126480" y="4439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629400" y="441198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cost: engineering time, and any compliance cost of deferred KYC.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126480" y="52578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6355080" y="5257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B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monitor guardrails weekly, and follow up on iOS with a dedicated test.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That Ruin Experiments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'surprising wins' are one of these.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Peeking: Stopping When It Looks Good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6/figures/python/s06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01" y="1600200"/>
            <a:ext cx="6863519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S3.1-F03  ·  replicate: tdbg_3_1_figures.R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simulated tests where A and B are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after every 200 users, several dip below p = 0.05 at some point.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the first dip and you 'prove' an effect that does not exist.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sample size in advance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analyse once — or use sequential methods built for peeking.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PITFALLS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More Ways Experiments Go Wrong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Sample-ratio mismatch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not split as planned → a bug, biased data. Check SRM first.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4340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57200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6636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effect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click the new thing because it is new; the lift fades. Run full weeks; check trends.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27532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200710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86968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Interference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users affect control users (referrals, shared pricing, drivers). Randomise by group or region.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Cherry-picking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86868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the one metric or segment that 'won'. Pre-register the primary metric.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34340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457200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433882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16636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only around salary week or Christmas. Cover full business cycles.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804672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Shape 25"/>
          <p:cNvSpPr/>
          <p:nvPr/>
        </p:nvSpPr>
        <p:spPr>
          <a:xfrm>
            <a:off x="8275320" y="422452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620" y="4338828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86968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unit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27532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Randomising stores but analysing shoppers (Session 2.5). Analyse what you randomised.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CAN'T RANDOMISE USERS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 Beyond the App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  <a:gridCol w="44805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Nigerian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applies to a whole 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randomisation (stores, branches)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layout in 12 of 24 randomly chosen stores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Market-level change (price, TV ad)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experiment (matched regions)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campaign in Ibadan and Abeokuta, not in Ilorin and Osogbo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rolled out in waves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Stepped-wedge rollout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credit policy introduced branch by branch over six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Randomisation impossible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Quasi-experiment (difference-in-differences)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states before and after a regulation, against unaffected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is always the same: build a fair comparison group so the only systematic difference is the change.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Ship, Don't Ship, or Extend?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data/fintech_onboarding_ab.csv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sessions/3-1/R/tdbg_3_1_lab.R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sessions/3-1/python/tdbg_3_1_lab.py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compute the sample size for an 18% baseline and a 2-point MDE.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sample-ratio mismatch and device balance.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completion by variant, CI for the lift, p-value.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support tickets and first-deposit size.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device (exploratory only).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extra completions × ₦2,500 per month, with the CI range.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5-sentence decision memo: decision, effect, uncertainty, guardrails, value.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REVIEW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Paper 1 — What to Expect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minutes. Covers Sessions 2.1–3.1. Sections B and C are open-resource.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30%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short conceptual questions: data types, summaries, probability, p-values, experiment design.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B · 40%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provided output: summaries, box plots, CIs, t-test, chi-square and A/B results.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C · 30%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7532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task: design a test (unit, metrics, sample size) or read an experiment and recommend.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the recap slides and rerun the six labs. The Practice Paper 1 review deck has a full practice paper.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 ·  EXPERIMENTS THAT SETTLE ARGUMENTS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randomised experiment comparing two versions.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Randomisation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chance decide who gets each version.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metric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pre-chosen measure that decides success.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metric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 that must not get worse.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detectable effect: smallest lift worth detecting.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the test detects a real effect of the MDE size.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SRM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Sample-ratio mismatch: groups not split as planned.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Peeking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repeatedly and stopping early; inflates false alarms.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effect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lift because something is new.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Pre-registration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design down before the test starts.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3.1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Randomisation makes the groups alike, so differences can be called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first: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primary metric, guardrails, sample size, duration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written down.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and balance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reading any result.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the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lift, its CI, guardrails and value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segments are hypotheses.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peeking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novelty traps, interference and cherry-picking.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Prepare for the Module 1 Practice Paper (Practice Paper 1): rerun all six labs, revise each session's recap, and attempt the practice paper in the Practice Paper 1 deck.</a:t>
            </a:r>
            <a:endParaRPr lang="en-US" sz="1300" dirty="0"/>
          </a:p>
        </p:txBody>
      </p:sp>
      <p:pic>
        <p:nvPicPr>
          <p:cNvPr id="18" name="Image 0" descr="/home/claude/da1/assets/logos/da1_hex_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3.2: From Association to Prediction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6: A/B Testing &amp; Business Experimentation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2026-10-01T21:51:19Z</dcterms:created>
  <dcterms:modified xsi:type="dcterms:W3CDTF">2026-10-01T21:51:19Z</dcterms:modified>
</cp:coreProperties>
</file>