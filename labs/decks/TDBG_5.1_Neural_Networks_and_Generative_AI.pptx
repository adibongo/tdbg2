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5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 and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Networks, Deep Learning &amp; Generative AI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38, 39 &amp; 62 — Neural Networks · Image Analytics · Generative AI &amp; LLMs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4.5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= how common, confidence = how reliable, lift = how much more than chance.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rules reveal shopping missions; A/B test any layout or bundle before rollout.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Recommenders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beat the bestseller list on hidden ratings; plan for cold start.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5.1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neural networks really do, when they're worth it, and where generative AI fits.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504139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504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68896" y="1874520"/>
            <a:ext cx="3590544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168896" y="1874520"/>
            <a:ext cx="3590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everyone is talking about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Nets, Deep Learning &amp; GenAI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Neurons, layers, overfitting, images, LLMs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Telco Churn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 vs logistic regression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analytics next (Session 5.2)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5.1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a Neural Network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neurons, weights, layers and activation functions in plain English.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When Deep Learning Pays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neural net with simpler models fairly, and spot overfitting.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Generative AI Wisely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GenAI and LLM use cases by value and risk, and keep humans accountable.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 Wants 'AI'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“Our competitors are using AI. Why aren't we?” — a question every Nigerian CEO has heard since ChatGPT arrived.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power face unlock, voice assistants, fraud screens and ChatGPT. But on a typical customer table, are they better than what you already know? Today you'll find out, and learn to: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inside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is many small logistic regressions stacked together.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fairly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test set, same metric: does the complex model actually win?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tool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images, sound, text; simpler models for most tables.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Churn at a Nigerian Telco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operator loses about 1 in 5 subscribers a year to competitors, mostly multi-SIM users who simply stop recharging. The new Head of Data wants to replace the retention team's logistic model with a 'deep learning' model.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neural network predict churn better than logistic regression? And where can generative AI help the retention team?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telecom_churn.csv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subscribers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plan, tenure, data and voice use, dropped calls, complaints, average recharge (₦), multi-SIM flag, churned (22%).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recommendation backed by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a short list of GenAI uses ranked by value and risk.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Neural Network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magic: weights, sums and a bend.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NEURON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Neuron Is a Tiny Logistic Regression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takes inputs (tenure, complaints, …), multiplies each by 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adds them up with 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passes the total through an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With a sigmoid activation, one neuron is exactly the logistic regression from Session 3.4.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× 0.9 + tenure × (−1.2) + … → sum = 0.4 → sigmoid →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chance of churn.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= activation( w₁x₁ + w₂x₂ + … + b )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understood logistic regression, you already understand the building block of every deep learning model, including ChatGPT.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NEURONS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Layers: Inputs, Hidden Patterns, Output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8/figures/python/s18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28871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34639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S5.1-F01  ·  replicate: tdbg_5_1_figures.R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8 customer facts.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each neuron learns its own combination, e.g. 'new, complaining multi-SIM user'.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probability of churn.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small net has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weights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'deep' nets have many hidden layers and millions or billions of weights.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Functions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8/figures/python/s18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240180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4047721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S5.1-F02  ·  replicate: tdbg_5_1_figures.R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bend, stacked layers collapse into one straight-line model.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(zero if negative) is the default in modern networks.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output turns a score into a probability.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bend is what lets networks learn curves and interactions.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 Can Follow Curved Patterns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8/figures/python/s18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2387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4884685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S5.1-F03  ·  replicate: tdbg_5_1_figures.R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Illustration: customers inside a 'ring' respond; those outside don't.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can only draw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69% accuracy.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with 8 hidden neurons bends around the pattern: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patterns are rarely this curved, as we'll see.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LEARNS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 Network in Four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65910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2366010"/>
            <a:ext cx="434340" cy="4343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086100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154680"/>
            <a:ext cx="2537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random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657600"/>
            <a:ext cx="24460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weights begin as small random numbers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286250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36601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06440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3451860" y="3154680"/>
            <a:ext cx="2537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497580" y="3657600"/>
            <a:ext cx="24460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training customers through; get churn probabilities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006590" y="2148840"/>
            <a:ext cx="868680" cy="8686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366010"/>
            <a:ext cx="434340" cy="4343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526780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0" name="Text 14"/>
          <p:cNvSpPr txBox="1"/>
          <p:nvPr/>
        </p:nvSpPr>
        <p:spPr>
          <a:xfrm>
            <a:off x="6172200" y="3154680"/>
            <a:ext cx="2537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error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3657600"/>
            <a:ext cx="24460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what really happened (log loss)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726930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0" y="2366010"/>
            <a:ext cx="434340" cy="4343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892540" y="3154680"/>
            <a:ext cx="2537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 weights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8938260" y="3657600"/>
            <a:ext cx="24460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every weight to reduce the error (backpropagation + gradient descent)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7" name="Text 20"/>
          <p:cNvSpPr txBox="1"/>
          <p:nvPr/>
        </p:nvSpPr>
        <p:spPr>
          <a:xfrm>
            <a:off x="868680" y="5349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through all the training data is an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Repeat for many epochs until the error on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stops improving.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Networks Memorise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8/figures/python/s18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66422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31014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S5.1-F04  ·  replicate: tdbg_5_1_figures.R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 (blue) keeps falling: the network memorises customers it has seen.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 (orange) bottoms out early, then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overfitting story as Session 3.3, with many more weights to overfit with.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(weight decay), dropout, more data.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Deep Learning Win?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contest on a customer table.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 CONTEST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Nets vs Logistic Regression on Churn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8/figures/python/s18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4258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0717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S5.1-F05  ·  replicate: tdbg_5_1_figures.R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70/30 split, same test set, same metric.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Small or regularised neural net: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gain.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unregularised net: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worse than the simple model.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business data, simple models and tree ensembles usually match or beat neural nets.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BOX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Network's Predictions?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8/figures/python/s18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7508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39679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S5.1-F06  ·  replicate: tdbg_5_1_figures.R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scramble one fact, see how much AUC drops.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matters most: new subscribers leave.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drivers the logistic model finds, so the network adds complexity, not insight.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Deep Learning Worth It?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92608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first choice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/ finance tables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Churn, credit, 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regression,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better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 photos, ID checks, crop disease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Convolutional neural 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by far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Reviews, chats, contracts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Bag-of-words →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for nuance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Call-centre audio, voice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speech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Sequences at 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transactions, clickstreams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→ recurrent / transformer nets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the less structured the data, the more deep learning helps.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 BRIEF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Convolutional Network Sees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18/figures/python/s18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28505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449644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S5.1-F07  ·  replicate: tdbg_5_1_figures.R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small grid of weights that slides across the image.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find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later layers combine them into shapes and objects.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learns its own filters from thousands of labelled images.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shelf-compliance photos, KYC selfie checks, crop and livestock disease detection.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&amp; LLMs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create, not just predict.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LLM Actually Does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very deep neural network (a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trained on vast amounts of text to predict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word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Doing that well at huge scale gives it the ability to summarise, draft, translate, classify and write code.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“Summarise these 200 complaint notes into 5 themes with counts.” The model writes the summary one predicted word at a time.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0345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720840" y="2514600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turn unstructured text (Session 4.4) into analysis in seconds. But they predict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words, not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facts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they can be confidently wrong ('hallucinate').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Value–Risk Map for Generative AI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18/figures/python/s18_f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95" y="1600200"/>
            <a:ext cx="6712531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S5.1-F08  ·  replicate: tdbg_5_1_figures.R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top-left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summarising notes, drafting SMS, first-draft code, tagging themes.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translation into Pidgin or Yoruba: useful, but have a native speaker check.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side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credit decisions, legal advice, quoting KPIs: a human decides.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scores are a judgement: rebuild the map with your own team.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GENAI SAFELY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Rules for Analysts and Managers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every number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figures against the data. LLMs invent plausible statistics.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4340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57200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6636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data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customer PII into public tools; follow the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NDPA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company policy.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27532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0" y="200710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86968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code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R or Python must run, and its output must make sense.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decision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86868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drafts; a named person signs off. Accountability can't be delegated.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434340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457200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4338828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16636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your prompts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prompts and outputs for important work, so others can reproduce and audit it.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 &amp; GenAI Mistakes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'deep learning' must beat simpler models.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contest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same test set.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standardise inputs for a neural net.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and SDs only.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 network on training accuracy.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error; use early stopping and regularisation.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an LLM's numbers and citations.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against source data every time.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customer data into a public chatbot.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PII; use approved, governed tools.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neural network has training AUC 0.98 and test AUC 0.68. Logistic regression has 0.77 and 0.76. What should you do?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neural network: 0.98 is excellent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logistic regression; the network is overfitting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two AUCs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hidden layers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Neural Net vs Logistic Regression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data/telecom_churn.csv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sessions/5-1/R/tdbg_5_1_lab.R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sessions/5-1/python/tdbg_5_1_lab.py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25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70/30 and standardise the inputs using training means and SDs.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logistic regression: the benchmark AUC to beat.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small, regularised neural network; compare test AUC.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big network with no penalty; compare training and test AUC.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drivers with permutation importance; ask an AI assistant to explain your results, then check its numbers.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recommendation to the Head of Data: which model to deploy and why, in three sentences.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5.1  ·  NEURAL NETWORKS AND GENERATIVE AI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inputs passed through an activation.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the network learns; one per connection.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layer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between inputs and output that learn patterns.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function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bend (ReLU, sigmoid) that allows curves.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through all the training data.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for working out how to adjust every weight.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training when test error stops improving.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network for images; learns filters.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trained to predict the next word.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but false output from a generative model.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5.1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is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logistic regressions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bend.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networks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watch test error, regularise, stop early.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churn table, the neural net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logistic regression (0.76): complexity without gain.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shines on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sound and text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CNNs, transformers, LLMs.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GenAI where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high and the cost of error is low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verify and own the decision.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Chapters 40–42, 45 and 46 (Credit Risk; Fraud Detection; Customer Lifetime Value; Segmentation; Churn). Think of one customer of your business: roughly how much are they worth to you over five years?</a:t>
            </a:r>
            <a:endParaRPr lang="en-US" sz="1300" dirty="0"/>
          </a:p>
        </p:txBody>
      </p:sp>
      <p:pic>
        <p:nvPicPr>
          <p:cNvPr id="18" name="Image 0" descr="/home/claude/da1/assets/logos/da1_hex_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5.2: Where the Money Is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18: Neural Networks, Deep Learning &amp; Generative AI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2026-10-01T21:51:20Z</dcterms:created>
  <dcterms:modified xsi:type="dcterms:W3CDTF">2026-10-01T21:51:20Z</dcterms:modified>
</cp:coreProperties>
</file>