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5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5.3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Business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People Analytics, and Responsible AI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53–59 &amp; 63 — Supply Chain · Inventory · SPC · Attrition · Performance · AI Ethics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&amp; CLV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brought 57% of revenue; +10 points of retention lifted CLV by 21%.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in naira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= PD × LGD × EAD; churn models pay through targeting.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 events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precision and recall, and set fraud thresholds to minimise total cost.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5.3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the factory floor and in HR, and the checks every model needs before it touches people.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504139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504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68896" y="1874520"/>
            <a:ext cx="3590544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168896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line drifts and the model discriminates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People &amp; Responsible AI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SPC, inventory, attrition, fairness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Bottling Line &amp; HR Audit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chart; fairness audit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practice paper next (Practice Paper 3)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5.3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Quality and Stock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control chart, judge process capability, and set a reorder point with safety stock.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Employee Attrition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drivers of attrition and estimate what it costs by department.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a Model for Fairness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selection and error rates across groups, and apply responsible-AI principles.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Problems, One Discipline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bottling plant in Ikeja quietly overfills every bottle by 1.7 ml. A bank's HR model quietly flags women as 'flight risks' more often than men. Neither problem shows up until someone measures.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people analytics use the same tools you already know — averages, variation, regression — to answer: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stable?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real change from everyday noise before you act.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stock?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serve customers, not so much that cash sits on shelves.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fair?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who gets flagged, and who gets it wrong, before decisions about people.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Lagos Bottling Line and a Bank's HR Team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beverage company's Line 2 fills 50cl bottles; NAFDAC requires the labelled volume, and overfilling gives product away. Separately, a bank's HR team wants a model to identify employees at risk of leaving so managers can intervene.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Line 2 changed, and what should the plant do? Which employees are likely to leave, at what cost, and is the HR model fair?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bottling_fill_volumes.csv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batches × 5 bottles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target 500 ml, specification 494–506 ml. hr_employees.csv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employees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25% left; department, gender, pay, engagement, overtime, manager rating.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alarm with a root-cause action, a reorder rule, and an HR model with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attached.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Analytics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and inventory.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PROCESS CONTROL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Cause vs Special Cause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varies.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Common-cause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variation is the normal noise of a stable process: small, random, always there.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Special-cause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variation is a signal that something has changed: a worn nozzle, a new operator, a different supplier.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charts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 them apart.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volumes bounce between about 497 and 503 ml every day (common cause). Then a filler valve is mis-set and the average jumps 1.7 ml (special cause).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0345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720840" y="251460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Reacting to noise (tampering) makes a process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Ignoring a real signal costs money and compliance. The control chart tells you when to act.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 Chart of Every Bottle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20/figures/python/s20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4440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0899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S5.3-F01  ·  replicate: tdbg_5_3_figures.R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bottles in production order: all within the 494–506 ml specification.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noisy throughout. Has anything changed?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readings are too noisy to judge by eye.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them in batches, and add limits based on stable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X-bar Control Limits by Hand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of 5 bottles; limits from the stable first 20 batches.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batch averages (x̿)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499.99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batch range (R̄)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A₂ for n =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control limit = x̿ + A₂R̄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502.48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control limit = x̿ − A₂R̄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497.50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12648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1264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29400" y="228600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bottles per batch; record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(max − min).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26480" y="30220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126480" y="30220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629400" y="299466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stable period (batches 1–20) to set the centre line and limits.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26480" y="37307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1264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70332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 comes from SPC tables; it turns the average range into ±3 standard errors.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26480" y="44394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126480" y="4439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629400" y="4411980"/>
            <a:ext cx="4892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every new batch; a point outside the limits is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stop and investigate.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26480" y="5257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6355080" y="52578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limits describe what the process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specification limits describe what the customer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They are different things.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2 Has Shifted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20/figures/python/s20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4423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08830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S5.3-F02  ·  replicate: tdbg_5_3_figures.R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1–27 move randomly around 500 ml: common cause.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batch 28 the average sits higher; batches 31, 33 and 39 break the upper limit.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cause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check the filler valve settings, maintenance log, shift change.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caught it while every single bottle was still within specification.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 Process Meet the Specification?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20/figures/python/s20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2028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848757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S5.3-F03  ·  replicate: tdbg_5_3_figures.R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how many '3-sigma' widths fit between the mean and the nearest spec limit.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shift: Cpk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After: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closer to the upper limit.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Cpk ≥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usual standard; ≥ 1.0 is the bare minimum.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ml × 200,000 bottles a day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litres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given away daily.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Reorder, and How Much Safety Stock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when stock falls to the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demand you expect during the supplier's lead time, plus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cover bad luck. Safety stock grows with demand variability, lead time and the service level you want.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120 cases/day (σ = 40), lead time 6 days, 95% service (z = 1.65): 720 + 1.65 × 40 × √6 ≈ 720 +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881 cases</a:t>
            </a: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point = demand × lead time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z × σ × √lead time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stock loses sales and customers; too much ties up cash, which is expensive at Nigerian interest rates. Safety stock is the price of uncertainty.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Stock in Action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20/figures/python/s20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407993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725851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S5.3-F04  ·  replicate: tdbg_5_3_figures.R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180 days of random demand, two reorder policies.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stock: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stock-out days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288 cases of lost sales.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(z = 1.65):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stock-outs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at the cost of about 140 more cases on the shelf on average.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choice: the cost of lost sales vs the cost of holding stock.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Analytics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employees leave, and what it costs.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Employees Leave?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20/figures/python/s20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6395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28551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S5.3-F05  ·  replicate: tdbg_5_3_figures.R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rating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strongest protectors.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long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without promotion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raise attrition.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pay lowers it, but less than people expect.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0.69: people are harder to predict than machines, so use the model for priorities, not verdicts.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Attrition Costs, by Department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20/figures/python/s20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7767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42267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S5.3-F07  ·  replicate: tdbg_5_3_figures.R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employee costs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months' salary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(hiring, training, lost output).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Customer Service: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₦200m each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expected cost next year.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leavers come from the model's probabilities.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retention budget where expected cost is highest, and drivers are fixable.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transparent, accountable.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Attrition Model Fair to Women?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20/figures/python/s20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86596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51188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S5.3-F06  ·  replicate: tdbg_5_3_figures.R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model input. Yet 22% of women are flagged vs 18% of men.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Selection-rate ratio 18 ÷ 22 =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passes the 'four-fifths' rule, but only just.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True-positive rates are similar (35–36%); false positives are higher for women (17% vs 14%).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Women here are paid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less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pay drives attrition. Salary is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DEFINE FAIR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Metrics Disagree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200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model (women vs men)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both groups flagged at the same rate?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vs 18%: not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opportunity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Among real leavers, is each group caught equally?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 vs 35%: about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false-positive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Among stayers, is each group wrongly flagged equally?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 vs 14%: not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Four-fifths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lower selection rate at least 80% of the higher?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0.84: passes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base rates differ between groups, you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satisfy all fairness metrics at once. Choosing one is a business and ethical decision, not a technical one.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Principles Before a Model Touches People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outcomes and error rates by gender, age, region, ethnicity.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57200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63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drives a score (Session 4.1); tell people a model is used.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2753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20071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86968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owner signs off and answers for the model's decisions.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6868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minimum; get consent; comply with the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Data Protection Act 2023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34340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457200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33882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6636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question, appeal and override automated decisions.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804672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25"/>
          <p:cNvSpPr/>
          <p:nvPr/>
        </p:nvSpPr>
        <p:spPr>
          <a:xfrm>
            <a:off x="82753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4338828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86968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27532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accuracy and fairness regularly; data and behaviour drift.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People &amp; Responsible-AI Mistakes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the machine after every odd reading.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only on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special-cause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signals from a control chart.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control limits with specification limits.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= what the process does; spec = what customers need.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same safety stock for every product.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variability, lead time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service level.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model is fair because gender isn't an input.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outcomes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proxies like pay carry bias.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attrition scores to punish employees.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people: development, workload, manager coaching.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HR model doesn't use age. Employees over 45 are flagged 'low potential' at half the rate of those under 30 — but because 'years since promotion' is an input. What's the best response?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Nothing: age isn't in the model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model entirely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proxy, measure group outcomes and error rates, and decide with HR and legal how the score may be used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 as an input to correct it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Bottling Line and HR Fairness Audit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data/bottling_fill_volumes.csv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data/hr_employees.csv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sessions/5-3/R/tdbg_5_3_lab.R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sessions/5-3/python/tdbg_5_3_lab.py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25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batch averages and ranges; set X-bar limits from batches 1–20; find out-of-control batches.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Cpk before and after the shift.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safety stock and the reorder point for a 95% service level.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attrition model (without gender); read the odds ratios and AUC.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model: selection, true- and false-positive rates by gender; check the four-fifths rule.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memo to the COO (one paragraph on Line 2) and to the CHRO (one paragraph on the model's fairness and how it should be used).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5.3  ·  RUNNING THE BUSINESS RESPONSIBLY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cause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random variation of a stable process.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cause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from a specific, fixable change.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chart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with limits that separate signal from noise.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Cpk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capability vs specification limits; ≥ 1.33 is good.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point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 that triggers a new order.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stock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stock that covers demand and lead-time uncertainty.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leaving the organisation.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variable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that stands in for a protected attribute.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parity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selection rates across groups.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Four-fifths rule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group's selection rate ≥ 80% of the higher's.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5.3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charts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separate signals from noise: Line 2 shifted at batch 28.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(Cpk)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if the process meets the spec: 1.09 → 0.86.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price of uncertainty: set it by variability, lead time and service.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follows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managers, engagement and workload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price it by department.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out gender isn't enough: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outcomes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choose a fairness metric, govern how scores are used.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Revise Sessions 4.3–5.3 for the Module 3 practice paper. Re-run one lab in each session and write one sentence on the business decision each analysis supports.</a:t>
            </a:r>
            <a:endParaRPr lang="en-US" sz="1300" dirty="0"/>
          </a:p>
        </p:txBody>
      </p:sp>
      <p:pic>
        <p:nvPicPr>
          <p:cNvPr id="18" name="Image 0" descr="/home/claude/da1/assets/logos/da1_hex_m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5.4: Capstone: From Question to Recommendation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20: Operations &amp; People Analytics, and Responsible AI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2026-10-01T21:51:21Z</dcterms:created>
  <dcterms:modified xsi:type="dcterms:W3CDTF">2026-10-01T21:51:21Z</dcterms:modified>
</cp:coreProperties>
</file>