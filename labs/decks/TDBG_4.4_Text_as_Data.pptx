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4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4.4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as Data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Language &amp; Sentiment Analytics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32–34 — Text Analytics · Sentiment Analysis · Topic Modelling &amp; Brand Analytics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4.3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series = trend + seasonality + noise (+ shocks).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past, test on the future — and beat the seasonal-naive benchmark.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are intervals; simulation turns them into risk-aware decisions.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4.4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what customers write into numbers managers can act on.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 data is words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Text Pipeline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tokenise, count, score, classify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App Reviews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and themes in 1,200 reviews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LLMs fit (Session 5.1)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4.4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Text for Analysis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tokenise and turn reviews into a table of word counts.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Sentiment &amp; Themes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sentiment with a lexicon, find distinctive words with TF-IDF, and tag themes.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on Voice of Customer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reviews automatically and translate patterns into brand and CX decisions.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Customers Are Already Telling You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“Customer care no dey pick call.” “I was debited twice, no refund yet.” “Rider was polite and on time.”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WhatsApp chats, call notes and social posts hold the 'why' behind every KPI. Text analytics lets you: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mood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sentiment weekly, by product, region or channel.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themes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issues — refunds, delivery, fakes — drive complaints.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triage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angry or urgent messages to the right team in seconds.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of the Customer for a Nigerian E-Commerce App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Lagos-based marketplace app receives thousands of reviews a month across phones, fashion, groceries, home and beauty. Its app-store rating is sliding and the COO wants to know why.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customers unhappy about — delivery, product quality, payments or service — and where should the COO act first?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ecommerce_reviews.csv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reviews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star rating and category, written in English and Nigerian Pidgin. sentiment_lexicon.csv — a small business lexicon including Pidgin phrases.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list of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by negative sentiment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 automatic classifier for 1–2 star reviews, and one operational priority.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Words to Numbers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text-analytics pipeline.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From Raw Text to Insight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3876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046" y="2366010"/>
            <a:ext cx="434340" cy="4343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42032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Lower-case; remove punctuation, numbers, emojis (or keep them on purpose)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0148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318" y="236601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18304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2907792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Tokenise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2953512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words (tokens) or phrases (n-grams)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646420" y="2148840"/>
            <a:ext cx="868680" cy="8686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590" y="2366010"/>
            <a:ext cx="434340" cy="4343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94576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0" name="Text 14"/>
          <p:cNvSpPr txBox="1"/>
          <p:nvPr/>
        </p:nvSpPr>
        <p:spPr>
          <a:xfrm>
            <a:off x="5084064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stop words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5129784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'the', 'and', 'is' — but keep 'no' and 'not'!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822692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862" y="2366010"/>
            <a:ext cx="434340" cy="4343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070848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5" name="Text 18"/>
          <p:cNvSpPr txBox="1"/>
          <p:nvPr/>
        </p:nvSpPr>
        <p:spPr>
          <a:xfrm>
            <a:off x="7260336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306056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document-term matrix: one row per review, one column per word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9998964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6134" y="2366010"/>
            <a:ext cx="434340" cy="4343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436608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9482328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TF-IDF, themes, topics, classifiers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4"/>
          <p:cNvSpPr txBox="1"/>
          <p:nvPr/>
        </p:nvSpPr>
        <p:spPr>
          <a:xfrm>
            <a:off x="868680" y="5349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step 4, text is just a (very wide) table — and every tool from Modules 1–2 applies.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LOOK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Customers Talk About Most?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6/figures/python/s16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87" y="1600200"/>
            <a:ext cx="6935346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S4.4-F01  ·  replicate: tdbg_4_4_figures.R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'Money', 'refund' and 'payment' dominate the vocabulary.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words follow: 'rider', 'days', 'delivery'.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counts show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people talk about — not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feel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it.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read a sample of raw reviews alongside any count.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DOCUMENT–TERM MATRIX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as a Table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reviews become three rows; every distinct word becomes a column.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9144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300 more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was debited twice, no refund yet.”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“Delivery was fast. Rider was polite.”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“Product is fake, not original.”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cells are zero ('sparse'). Software stores this efficiently — R: cast_sparse(); Python: CountVectorizer().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and Themes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customers feel — and about what?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SENTIMENT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by Dictionary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lexicon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list of words and phrases with scores: 'excellent' +2, 'fast' +1, 'late' −1, 'fake' −2. Add up the scores of the words in a review to get its sentiment. Simple, transparent and fast.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“Payment failed but money left my account. Na wa o.” → 'failed' −2, 'na wa' −1 →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= Σ scores of matched words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lexicons (AFINN, Bing, VADER) are built on American English and miss local language. Adding Nigerian phrases like 'no dey pick', 'na wa', 'sweet me' matters — Session 2.1's 'language bias' in practice.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WORK?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Lexicon Sentiment vs Star Ratings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6/figures/python/s16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67" y="1600200"/>
            <a:ext cx="6751787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S4.4-F02  ·  replicate: tdbg_4_4_figures.R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star reviews score clearly negative; 4–5 star clearly positive.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stars: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0.77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good validity check.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3-star reviews are mixed, as you'd expect.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are worth reading: e.g. 5 stars with negative words.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Issues Drive Negative Sentiment?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6/figures/python/s16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11639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762317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S4.4-F03  ·  replicate: tdbg_4_4_figures.R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tagged by simple keyword rules into four themes.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refunds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most mentions, and net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product quality: more positive than negative.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for the COO: fix refunds and double debits.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Words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(term frequency × inverse document frequency) scores a word highly if it's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this group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text but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elsewhere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filters out words everyone uses and surfaces the distinctive ones.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'Refund', 'never', 'fake' and 'na wa' are distinctive of 1–2 star reviews; 'thank', 'recommend' and 'quickly' of 4–5 star reviews.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6720840" y="19202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0345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720840" y="2514600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tells you what is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unhappy customers, a region, a competitor's reviews, or this month vs last — the words to investigate first.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WORDS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Unhappy Customers Apart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6/figures/python/s16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0998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474572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S4.4-F04  ·  replicate: tdbg_4_4_figures.R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reviews: 'no', 'money', 'never', 'poor', 'na wa', 'left account'.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reviews: 'thank you', 'quickly', 'will buy', 'highly recommend'.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Unhappiness is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and broken promises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happiness is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courtesy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Text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3.4's logistic regression — with words as drivers.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 1–2 Star Review From Its Words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6/figures/python/s16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78" y="1600200"/>
            <a:ext cx="7011164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S4.4-F05  ·  replicate: tdbg_4_4_figures.R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becomes a driver in a logistic regression (bag of words).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360 held-out reviews.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like 'never', 'fake', 'broke', 'waste' push towards negative.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triage: route likely-negative reviews to the care team within minutes.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One Product Category the Problem?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6/figures/python/s16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185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83096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S4.4-F06  ·  replicate: tdbg_4_4_figures.R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1–2 star reviews: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32–37%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every category.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problem isn't phones vs fashion.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payments, refunds and service — cutting across all categories.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belong to finance and customer-care operations, not category managers.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Text Method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counts &amp; TF-IDF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Exploring what's being said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transparent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meaning or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Lexicon sentiment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mood over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Explainable; no labels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sarcasm, negation, slang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Bag-of-words classifier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Triage, routing, tagging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with labelled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labels; ignores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models (LDA)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Discovering themes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Topics can be hard to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(GPT, Claude, etc.)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Summaries, nuanced classification, multilingual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context and Pidgin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Cost, privacy, consistency checks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Text-Analytics Mistakes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counts without reading any raw text.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50 reviews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and after every analysis.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'not' and 'no' as stop words.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flip meaning.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 American lexicon on Nigerian text unchanged.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phrases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validate against star ratings.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reviewers represent all customers.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skew angry or delighted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(Session 2.2).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customer messages to public AI tools.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personal data; follow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NDPA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rules (Session 5.3).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review says: “Not bad at all — delivery was not late this time.” A simple lexicon scores it −2 ('bad', 'late'). What's the best fix?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review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negation (e.g. flip the score of words after 'not'), or use a context-aware model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sentiment and use only star ratings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'not' as a stop word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What Are Customers Saying?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data/ecommerce_reviews.csv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data/sentiment_lexicon.csv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sessions/4-4/R/tdbg_4_4_lab.R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sessions/4-4/python/tdbg_4_4_lab.py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10 raw reviews. Then clean, tokenise and count words.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review with the lexicon; check the correlation with star ratings.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reviews by theme; compare sentiment and the share of 1–2 star reviews by theme.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distinctive words of negative vs positive reviews with TF-IDF.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bag-of-words classifier for 1–2 star reviews; report test AUC.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one-slide voice-of-customer brief: top issue, evidence, one action, one metric to track.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4.4  ·  TEXT AS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of text, usually a word.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Tokenise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tokens.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words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common words removed before counting.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n-gram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n words, e.g. 'no refund'.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Document-term matrix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one row per text, one column per word.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Lexicon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of words with sentiment scores.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Positive, negative or neutral tone of a text.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words common in one text but rare overall.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 of words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text by word counts, ignoring order.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model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method that discovers themes.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4.4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becomes a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word counts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then every Module 1–2 tool applies.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sentiment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transparent; validate it against ratings and add local language.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surfaces what is distinctive about a group of texts.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Word-based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triage reviews automatically (AUC 0.96 here).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problem is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refunds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across all categories.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Chapters 23 and 37 (Association Rules &amp; Market Basket Analysis; Recommendation Engines). Look at your last three supermarket receipts — which items do you always buy together?</a:t>
            </a:r>
            <a:endParaRPr lang="en-US" sz="1300" dirty="0"/>
          </a:p>
        </p:txBody>
      </p:sp>
      <p:pic>
        <p:nvPicPr>
          <p:cNvPr id="18" name="Image 0" descr="/home/claude/da1/assets/logos/da1_hex_m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4.5: What Sells with What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16: Text, Language &amp; Sentiment Analytics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2026-10-01T21:51:20Z</dcterms:created>
  <dcterms:modified xsi:type="dcterms:W3CDTF">2026-10-01T21:51:20Z</dcterms:modified>
</cp:coreProperties>
</file>