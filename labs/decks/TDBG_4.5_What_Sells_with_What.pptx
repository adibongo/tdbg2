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4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Sells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What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 &amp; Recommendation Engines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23 &amp; 37 — Association Rules &amp; Market Basket Analysis · Recommendation Engines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4.4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→ table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tokenise and count: text becomes a document–term matrix.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scores are transparent; validate them against star ratings and add local language.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Word-based classifiers triage reviews automatically; the issue was payments and refunds.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4.5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 with what, and what each customer should see next.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 is a clue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&amp; Recommenders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confidence, lift; collaborative filtering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Supermarket &amp; Grocer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rules; recommend for one customer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Onward to neural nets (Session 5.1)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4.5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Products Bought Together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support, confidence and lift, and read a list of association rules.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Simple Recommender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item-based collaborative filtering to predict what a customer will like.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Patterns Into Actions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shelf layouts, bundles and personalised offers, and test them properly.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Receipt Is a Clue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“Customers who bought this also bought…” — the line behind about a third of Amazon's sales, by widely quoted estimates.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supermarket in Surulere processes thousands of baskets a day. Each one shows which products customers combine. With those combinations you can: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the store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items bought together near each other, or deliberately apart.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bundles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+ sugar, rice + tomato paste: promotions that people actually want.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app user the products they are most likely to buy next.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Cross-Selling at a Lagos Supermarket and an Online Grocer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Lagos supermarket chain wants to raise basket size. Its online grocery app wants a 'recommended for you' row on the home screen.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should be shelved together or bundled, and which three products should each app customer see first?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supermarket_baskets.csv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baskets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 everyday products. product_ratings.csv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ratings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(1–5) from 200 app customers on 20 products.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bundle or layout ideas backed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a recommender that beats 'show the bestsellers' on a hidden-rating test.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Analysis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travel together?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RULES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Association Rule: If A, Then 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says: baskets that contain item A (the 'if') often also contain item B (the 'then'). Written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Three numbers tell you whether the rule is worth acting on: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→ Eggs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of the baskets with bread, how many also have eggs, and is that more than we'd expect by chance?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describe what customers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what they say. They come straight from till data you already own, with no survey needed.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Support, Confidence and Lift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066544" y="194767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1031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combination? Share of all baskets that contain both A and B.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= P(A and B)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769864" y="194767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1031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rule? Of baskets with A, the share that also contain B.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P(B | A)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9473184" y="194767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10312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 when A is in the basket, compared with normal?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confidence ÷ P(B)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55321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1: no relationship. Lift &gt; 1: bought together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chance. Lift &lt; 1: bought together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chance (substitutes).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ONCE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Bread → Eggs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from 3,000 supermarket baskets.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baskets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 bread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 eggs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 bread AND eggs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126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228600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224 ÷ 3,000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baskets.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30220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126480" y="30220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299466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224 ÷ 369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most bread buyers also buy eggs.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37307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1264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70332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egg rate P(Eggs) = 574 ÷ 3,000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26480" y="44394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126480" y="4439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441198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61% ÷ 19%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bread buyers are three times as likely to buy eggs.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→ Eggs is common, reliable and strong: a candidate for a breakfast bundle.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SUPPORT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Popular Is Each Product?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7/figures/python/s17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7" y="1600200"/>
            <a:ext cx="721068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S4.5-F01  ·  replicate: tdbg_4_5_figures.R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wipes, sugar and eggs are in about 1 basket in 5.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items appear in many rules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because they are popular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we need lift, not only confidence.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minimum support (here 1%) to ignore rare, noisy combinations.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ALL RULES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368 Rules: Most Are Weak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7/figures/python/s17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02" y="1600200"/>
            <a:ext cx="6448515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S4.5-F02  ·  replicate: tdbg_4_5_figures.R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rule A → B with support ≥ 1%.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pale cloud bottom-left: rules no stronger than chance.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stands out: high confidence, high support, dark (high lift).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such 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 these quickly even with thousands of products.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THE STRONG RULES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Shopping Missions Behind the Rules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7/figures/python/s17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02274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668665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S4.5-F03  ·  replicate: tdbg_4_5_figures.R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↔ Sugar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(lift 3.3): the morning cup.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paste ↔ Rice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(3.3): the jollof mission.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Diapers ↔ Baby wipes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(3.2): the baby run.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↔ Eggs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↔ Milk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Garri ↔ Groundnut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is a recognisable occasion.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Lift Map of Popular Products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7/figures/python/s17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59" y="1600200"/>
            <a:ext cx="4828603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S4.5-F04  ·  replicate: tdbg_4_5_figures.R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cells: pairs bought together far more than chance.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cells: lift below 1, bought together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chance.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lift can signal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two brands of the same thing).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lift map on one page is a good conversation-starter with category managers.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STORY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Diapers and Beer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legend says a US chain found young fathers buying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diapers and beer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together on Friday evenings. In our data, Diapers → Beer has support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confidence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lift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real pattern, but weaker than the obvious ones.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rules are usually the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ones (tea and sugar). The valuable ones are surprising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actionable.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every rule: Is it new to us? Can we act on it? Will acting change behaviour, or would customers buy both anyway?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 TO ACTION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With a Strong Rule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 placement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paste next to 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place apart, so shoppers walk past more aisles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/ promotion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 + sugar breakfast pack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Discounting items people already buy together loses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at checkout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'Add baby wipes?' when diapers are scanned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nag; one suggestion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eggs when a bread promotion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stock-outs hurt twice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test the layout in 10 stores vs 10 control stores (Session 3.1)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are correlations; only a test shows the 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this customer see next?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Recommenders Decide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things similar to what you liked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product attributes: category, brand, price, ingredients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ratings yet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narrow: only more of the same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'more breakfast cereals'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what similar customers liked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behaviour: ratings, purchases, clicks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connections no attribute would show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plenty of data; struggles with new items and users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'customers like you also liked…'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systems (Netflix, Jumia, Spotify) are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collaborative filtering plus content, popularity and business rules.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COLLABORATIVE FILTERING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That the Same People Rate Alike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table: one row per customer, one column per product, ratings in the cells (mostly empty). Two products are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customers who rate one highly also rate the other highly. To predict your rating of a product you haven't tried, take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ratings of similar products.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rated Sardine 5 and Soap 4. Spaghetti is highly similar to both, so your predicted Spaghetti rating is high.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rating = your average + Σ (similarity × your centred rating) ÷ Σ |similarity|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no product descriptions, just behaviour, and its reasons are explainable: 'because you liked Sardine'.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SIMILARITY TABLE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Are 'Liked Together'?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7/figures/python/s17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61" y="1600200"/>
            <a:ext cx="4929199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S4.5-F05  ·  replicate: tdbg_4_5_figures.R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customers rate the pair alike. Blue: opposite tastes.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from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differs from lift from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different questions.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the engine of the recommender.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it weekly as new ratings arrive.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Customer C017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7/figures/python/s17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51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972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S4.5-F06  ·  replicate: tdbg_4_5_figures.R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ratings for the 13 products C017 hasn't rated yet.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Groundnut, Tea, Spaghetti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these go in the 'For you' row.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predictions (Beer, Chicken) are left out.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can be explained by the similar products C017 rated.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BEAT THE BESTSELLER LIST?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Recommender on Hidden Ratings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7/figures/python/s17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58" y="1600200"/>
            <a:ext cx="7101603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S4.5-F07  ·  replicate: tdbg_4_5_figures.R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each known rating in turn, predict it, compare: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(item average) misses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points on average (RMSE).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misses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about 14% better.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accuracy is a first check; the real test is an A/B test on clicks and sales.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 With Recommenders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263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7452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4869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and new products have no ratings. Fix: start with popularity or content, ask for 3 favourites at sign-up.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95060" y="1691640"/>
            <a:ext cx="53263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2366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18020" y="187452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bubble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23660" y="2468880"/>
            <a:ext cx="4869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only 'more of the same' narrows choice. Fix: mix in some new or diverse items.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263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0624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bias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68680" y="4800600"/>
            <a:ext cx="4869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Bestsellers get recommended, so they sell more, so they get recommended more. Fix: cap or discount popular items.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195060" y="4023360"/>
            <a:ext cx="53263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2366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18020" y="420624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23660" y="4800600"/>
            <a:ext cx="4869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histories reveal health, religion and family. Fix: consent, minimise data, follow the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NDPA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(Session 5.3).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&amp; Recommender Mistakes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rules by confidence alone.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confidence flatters popular 'then' items.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rule as cause and effect.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A/B test any layout or bundle.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items that already sell together.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basket size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to subsidise habits.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recommender only on offline RMSE.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conversion and margin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live test.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new customers and products.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popularity and content rules.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Sugar → Rice has confidence 40%. 50% of all baskets contain rice. What does this tell you?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rule: 40% is high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0.8: sugar buyers buy rice LESS often than average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is 40%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causes sugar purchases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What Sells With What?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data/supermarket_baskets.csv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data/product_ratings.csv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sessions/4-5/R/tdbg_4_5_lab.R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sessions/4-5/python/tdbg_4_5_lab.py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transactions into a basket × item table; find the 10 most popular items.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support, confidence and lift for every pair; list the top rules by lift.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Diapers → Beer by hand against the software.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item-similarity table from the ratings; find the 5 products most like Milo.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3 products for a customer of your choice; compare with popularity on hidden ratings.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one-slide merchandising brief: 2 rules to act on, 1 bundle, 1 test design, and the recommender result.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4.5  ·  WHAT SELLS WITH WHAT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 / transaction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items bought in one visit.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rule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is in a basket, B tends to be too: A → B.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baskets containing both A and B.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A-baskets that also contain B.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÷ baseline rate of B; 1 = no relationship.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that finds frequent itemsets and rules efficiently.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from the behaviour of similar customers or items.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items with similar attributes.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for a new user or item.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 of prediction error, in rating points.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4.5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common;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reliable;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much more than chance.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rules reveal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missions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tea + sugar, rice + tomato paste, the baby run.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correlations: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layouts and bundles before rolling out.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collaborative filtering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predicts ratings from products liked alike.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beat the bestseller list on hidden ratings (RMSE 0.91 vs 1.06); plan for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38, 39 and 62 (Neural Networks; Deep Learning; Generative AI for Business). Try one task at work with an AI assistant and note one thing it did well and one mistake.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5.1: Neural Networks and Generative AI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17: Market Basket Analysis &amp; Recommendation Engines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