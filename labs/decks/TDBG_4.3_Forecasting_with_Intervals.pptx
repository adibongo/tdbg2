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4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Intervals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&amp; Business Forecasting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28–31 — Time Series · ARIMA &amp; Exponential Smoothing · Modern Forecasting · Cash Flow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Roadmap — Days 2 to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across four days, a self-study practice paper for each, and the capstone defence on Friday.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6868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2.1–3.1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Inference: data literacy, statistics, EDA, visualisation, hypothesis &amp; A/B testing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2900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36576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3.2–4.2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Unsupervised: regression, classification, ensembles, explainability, clustering &amp; PCA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0B5E82"/>
          </a:solidFill>
          <a:ln w="9525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720840" y="198424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6720840" y="19842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4.3–5.3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Applied: time series, text, recommendation, neural nets &amp; GenAI, customer, risk, operations &amp; people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00684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92354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92354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5.4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92354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923544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capstone defence before an external panel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'what will sales be?' to 'how sure are we, and can we afford it?'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Debrief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feedback; why time is different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benchmarks, ETS, ARIMA, backtesting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SME Forecast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 and cash-flow scenarios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as ranges, not numbers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a Time Series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trend, seasonality, shocks and autocorrelation in business data.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Backtest Forecasts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naive benchmarks, exponential smoothing and ARIMA honestly on held-out months.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With Uncertainty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prediction intervals and cash-flow scenarios that support real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Budget Is a Forecast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“Sales will be ₦1.37bn next year.” — but the CFO really needs to know: could it be ₦1.2bn? Could we run out of cash in March?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the most common analytics task in business — and the most commonly done badly. Good forecasts: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time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past to predict the future — never the other way round.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benchmark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fancy model must beat 'same as last year'.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range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and scenarios, not a single number.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Sales and Cash for a Nigerian SME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Lagos-based distributor of household goods has seven years of monthly sales. Sales grow steadily, peak sharply every December, and fell during the 2020 lockdown.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2026 sales be, month by month — and can the business pay for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₦55m warehouse expansion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March without running out of cash?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sme_monthly_sales.csv — 84 months (2019–2025): sales, cash inflows, cash outflows (₦ million). Opening cash for 2026: ₦30m.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sales forecast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intervals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evidence it beats simple benchmarks, and a recommendation on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fund the expansion.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Time Series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time different.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Years of Monthly Sales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5/figures/python/s15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2" y="1600200"/>
            <a:ext cx="713915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S4.3-F01  ·  replicate: tdbg_4_3_figures.R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sales roughly tripled from ₦36m to ₦139m a month.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December spike every year (gold).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2020 lockdown.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you cannot shuffle months like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+ Seasonality + Noise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5/figures/python/s15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33" y="1600200"/>
            <a:ext cx="6352453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S4.3-F02  ·  replicate: tdbg_4_3_figures.R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long-run direction — about 1% growth a month.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repeating yearly pattern; December ≈ 30% above normal.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what's left — mostly small, except the 2020 shock.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turn growth into straight lines and seasonal swings into constant percentages.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Seasonal Plot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5/figures/python/s15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S4.3-F03  ·  replicate: tdbg_4_3_figures.R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year, January to December.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climbs from mid-year to a December peak.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sits above the last: growth.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2020's spring dip stands out — the lockdown.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Month Remembers Last Month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correlation of a series with itself a number of periods earlier. Sales this December are strongly related to sales last December (lag 12). That 'memory' is what forecasting models exploit.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of monthly growth with growth 12 months earlier is about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clear yearly rhythm.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breaks the 'independent rows' assumption of ordinary regression and of random train/test splits. It's why we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in time order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use models built for time.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ACF PLOT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Autocorrelation Plot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5/figures/python/s15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87" y="1600200"/>
            <a:ext cx="693534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S4.3-F04  ·  replicate: tdbg_4_3_figures.R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bar: correlation with the series k months earlier.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outside the shaded band are stronger than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24) = yearly seasonality.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models are needed.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Methods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benchmarks to ARIMA.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Forecasting Methods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468880"/>
                <a:gridCol w="23774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in plain 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month = this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trend and season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December = last December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season; hard to beat for stable series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smoothing (ETS / Holt-Winters)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 of the past — recent months count more — with trend and seasonal parts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robust, interpretable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sudden breaks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/ seasonal ARIMA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the series' own memory (autocorrelation) after removing trend and season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Flexible; good intervals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explain and tune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options — Prophet, gradient boosting with lag features, ensembles of models — are covered in Chapter 30. Always benchmark them against seasonal naive.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Holt-Winters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three running estimates — the current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(growth per month) and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factor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month. Each new month nudges all three, giving recent months more weight. The forecast = level + trend, times the seasonal factor.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₦98m, trend +₦1m/month, December factor 1.30 → December forecast ≈ (98 + 12) × 1.30 ≈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₦143m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= (level + h × trend) × season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is the workhorse of demand planning: it adapts automatically as patterns shift, needs little data science skill to maintain, and its pieces map onto how managers already think (base, growth, season).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Pretend It's December 2024 — Forecast 2025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5/figures/python/s15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712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1714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S4.3-F05  ·  replicate: tdbg_4_3_figures.R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2019–2024 only; forecast the 12 months of 2025; compare with what happened.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(flat line) misses badly.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gets the shape but misses growth.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and seasonal ARIMA track 2025 closely.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Forecast 2025 Best?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5/figures/python/s15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39" y="1600200"/>
            <a:ext cx="7105442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S4.3-F06  ·  replicate: tdbg_4_3_figures.R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mean absolute % error — easy to explain to a CFO.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32%. Seasonal naive: 12%.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seasonal ARIMA: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model earns its place only by beating the seasonal-naive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FORECAST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Is a Range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5/figures/python/s15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2" y="1600200"/>
            <a:ext cx="713915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S4.3-F07  ·  replicate: tdbg_4_3_figures.R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forecast: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₦1.37bn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2026.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interval (dark): where sales should land 4 times in 5.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interval (light) widens with each month ahead — uncertainty compounds.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on the centre; plan inventory and cash for the edges.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machine-learning forecast has a backtest MAPE of 9%. The seasonal-naive benchmark scores 8%. What do you conclude?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ML model — it is more sophisticated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seasonal naive (or improve the ML model): the complex model doesn't beat a free benchmark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is meaningless for sales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two forecasts without checking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Cash-Flow Forecasting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sales forecast to a funding decision.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Thousands of Possible Years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forecast, ask the model to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2,000 plausible versions of 2026 — each with its own ups and downs. Turn each sales path into cash in and cash out, add the expansion payment, and track the bank balance month by month.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scenario: cash in ≈ 86–95% of sales (collection rates vary); cash out ≈ 78% of sales + ₦4m fixed costs; opening cash ₦30m; ₦55m paid for the warehouse.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'what's the expected balance?' but 'how likely are we to go overdrawn?'. Simulation answers that directly — it's the bridge to Monte Carlo methods in Data Analytics II.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the SME Pay for the Expansion?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5/figures/python/s15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7492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395157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S4.3-F08  ·  replicate: tdbg_4_3_figures.R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balance dips close to zero —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chance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going overdrawn.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cash has built up — almost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project, same cost;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the risk.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delay, phase the payment, or arrange an overdraft for March.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Mistakes in Business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Single-number forecasts in the budget.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plan for the edges.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train/test splits for time data.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in time order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train on the past, test on the future.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— 'the model looks good'.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2020-type shocks as normal.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events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consider scenarios for the next one.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profit directly.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(sales, collection, costs), then build cash and profit.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Forecast Sales and Plan the Expansion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data/sme_monthly_sales.csv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sessions/4-3/R/tdbg_4_3_lab.R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sessions/4-3/python/tdbg_4_3_lab.py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series, decompose it, and read the ACF.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seasonal naive, exponential smoothing and ARIMA on 2025; compare MAPE.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2026 with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and 95%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intervals; report the annual total.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2,000 cash scenarios; compute the chance of going overdrawn if the ₦55m is paid in March.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June and September; recommend a month.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CFO memo: 2026 forecast with range, best model and its error, and the expansion timing.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4.3  ·  FORECASTING WITH INTERVALS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recorded at regular time intervals.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long-run direction of a series.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that repeats every year (or week, day).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Autocorrelation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a series with its own past.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forecast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value = last value (or last season's value).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from weighted past values; recent count more.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 a series' own memory after differencing.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forecast on past periods it didn't see.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interval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likely to contain the future value.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series =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seasonality + noise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 shocks).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in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order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always beat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seasonal-naive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benchmark.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 and ARIMA cut 2025 error from 12% to about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uncertainty grows with every month ahead.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 scenarios to turn forecasts into funding decisions.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32–34 (Text Analytics, Sentiment Analysis, Topic Modelling). Collect 20 real customer reviews or social posts about a Nigerian brand you know.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4.4: Text as Data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15: Time Series &amp; Business Forecasting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