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SELF-STUDY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Review: Prediction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Segmentation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Review — Predictive &amp; Unsupervised Modelling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13–27 (Sessions 3.2–4.2)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2 — Module 2 Practice Paper (75 Minutes)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deck for the revision session before the test, or for self-study.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65504" y="1874520"/>
            <a:ext cx="28651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365504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67200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267200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19744" y="1874520"/>
            <a:ext cx="2865120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619744" y="1874520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rules, what's allowed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(25%)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output (40%)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build-and-interpret task (35%)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Module 2 Practice Paper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Ungraded — a self-check. Covers Sessions 3.2–4.2 (Chapters 13–27).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60362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77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resource for B and C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textbook, your own scripts. Section A is closed-book.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1757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38111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67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0045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with R or Python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4617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asks you to fit and interpret a model on a provided file.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506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158609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7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7794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2366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during the test. Explain every answer yourself.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97255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993609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547" y="22860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5543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earns marks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20115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number with no business meaning earns little.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on a Page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sessions, one toolkit for prediction and discovery.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Session Taught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·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r; OLS; coefficients holding others fixed; R²; residuals; dummies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 a coefficient and its CI; read a residual 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· Regularisation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Overfitting; bias–variance; train/test; CV; ridge vs lasso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train vs test gaps; explain what lasso did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·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Logistic; odds ratios; confusion matrix; precision/recall; ROC/AUC; profit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metrics from a matrix; choose a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· Trees &amp; ensembles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Splits; depth; bagging; forests; boosting; importance; partial dependence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a forest beat a tree? Read an importance 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· 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vs local; SHAP; LIME; limits; lead grades; gains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a SHAP waterfall to a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· Clustering &amp; 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Scaling; k-means; elbow/silhouette; profiling; PCA loadings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segments from a profile table; why scale?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Formulas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b₀ + b₁x₁ + b₂x₂ + 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plus each driver × its slope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unexplained ÷ total variation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variation the model explains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e^coefficient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the odds multiply per one-unit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÷ (TP + FN)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actual positives caught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÷ (TP + FP)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flagged cases that were 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÷ (gain + loss)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Approve/act only below (or above) this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(x − mean) ÷ 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drivers on one scale before clustering or penalising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MARKS ARE LOST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in Module 2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coefficient proves advertising causes sales.”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others fixed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causation needs an experiment.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model on training accuracy.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 cross-validated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performance.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“Accuracy 85%, so the churn model is good.”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report recall, precision, AUC.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logistic coefficient as a % change.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Exponentiate: an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clusters by number.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name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them; give each an action.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— Concepts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the speaker notes.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model's training RMSE falls as you add 30 more drivers, but its cross-validated RMSE rises. This is a sign of…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(high bias)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(high variance)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fit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entry error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lasso is TRUE?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uses every driver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set some coefficients exactly to zero, selecting drivers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used with more than 10 drivers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penalty should be chosen on the test set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churn model, 'complaints' has an odds ratio of 2.10. Best interpretation?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complaint raises churn probability by 2.1 percentage points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complaint roughly doubles the odds of churning, holding other drivers fixed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explain 21% of churn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complaints always churn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a random forest usually beat a single deep decision tree on test data?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its trees is shallower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many de-correlated trees cancels their individual errors, reducing variance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logistic regression inside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trained on the test data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running k-means on customers' age (years) and balance (₦), you should…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 — k-means handles units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drivers (and consider logging balance)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age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data by balance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 — Interpret the Output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everything with tdbg_pp2_practice_paper.R / .py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Q1 (14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Explains Monthly Salary?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lm(salary_k ~ tenure_months + engagement_score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department, data = h)   # salary in ₦'000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Estimate Std.Err t value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      202.701  13.002  15.590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tenure_months            0.024   0.101   0.234    0.815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engagement_score         0.794   1.973   0.403    0.687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departmentEngineering  322.765   9.746  33.118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departmentFinance      160.978  13.599  11.838  &lt; 2e-16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departmentOperations    52.154  10.536   4.950  1.3e-06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departmentSales         68.365   9.151   7.471  9.2e-13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standard error: 57.83 on 293 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R-squared: 0.8128, Adjusted: 0.809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Baseline [3]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is the baseline, and what does the intercept mean?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Engineering [4]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322.765 in naira, in one sentence.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Tenure [3]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evidence salary rises with tenure? Use the output.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Fit [4]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R² and the residual standard error for HR.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Q2 (14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Churn Classifier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round(exp(coef(m2)), 2)      # odds ratios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(Intercept) tenure_months dropped_calls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0.23          0.96          1.23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complaints     multi_sim data_gb_month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2.10          2.52          0.95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planPrepaid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1.67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table(predicted = p &gt;= 0.3, actual = churned)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actual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  0  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0 952 153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1 195 200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auc(te$churned, te$p)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under the curve: 0.7815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Odds ratios [4]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multi_sim and tenure_months for the retention director.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Metrics [4]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recall, precision and accuracy at threshold 0.3.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AUC [2]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0.78 mean in plain English?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Threshold [4]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 offer costs ₦500; a saved churner is worth ₦4,000. What threshold does break-even suggest?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Q3 (12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and Act on These Segments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3/figures/python/s13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3107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76991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S4.2-F04  ·  replicate: tdbg_4_2_figures.R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Give each of the five segments a short name based on the profile. [5]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Which segment would you target with a working-capital loan? Why? [3]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Why were the drivers standardised before clustering? [2]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Name one risk in using these segments for the next three years. [2]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 — Applied Task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evaluate and recommend.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(35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Subscriber Churn for a Telco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2  ·  MODULE 2 REVIEW: PREDICTION &amp; SEGMENTATION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mobile operator wants to target retention offers. You receive telecom_churn.csv (5,000 subscribers).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rows 1–3,500 to train and 3,501–5,000 to test: fit a logistic regression and one tree-based model, compare them, and recommend which to deploy and at what threshold.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data use, voice minutes, dropped calls, complaints, recharge, multi-SIM, plan type, churned.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test AUCs, the top 3 drivers with interpretation, a profit-based threshold (offer ₦500; saved customer ₦4,000), and a 5-sentence recommendation.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Ready If You Can…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coefficient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its CI and R² in business units.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how CV, ridge and lasso guard against 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accuracy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confusion matrix — and choose a profit threshold.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beat single trees, and read SHAP explanations.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choose k and turn clusters into named segments.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test: read Chapters 28–31 (Time Series &amp; Forecasting) to start Module 3.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Practice Paper 3: Module 3 Review: Applied Analytics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14: Module 2 Test — Predictive &amp; Unsupervised Modelling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